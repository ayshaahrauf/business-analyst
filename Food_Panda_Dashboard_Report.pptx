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 Panda Dashboard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Sales &amp; Profit Performance Analysis</a:t>
            </a:r>
          </a:p>
          <a:p>
            <a:pPr/>
            <a:r>
              <a:t>Prepared in Power BI</a:t>
            </a:r>
          </a:p>
          <a:p>
            <a:pPr/>
            <a:r>
              <a:t>Comprehensive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Food Panda is a leading online food delivery platform.</a:t>
            </a:r>
          </a:p>
          <a:p>
            <a:pPr/>
            <a:r>
              <a:t>Operates on a commission-based model with wide restaurant network.</a:t>
            </a:r>
          </a:p>
          <a:p>
            <a:pPr/>
            <a:r>
              <a:t>Dashboard analyzes sales, profit, category trends, and performance across major cities.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Visualize total sales and total profit.</a:t>
            </a:r>
          </a:p>
          <a:p>
            <a:pPr/>
            <a:r>
              <a:t>Identify top-performing cities.</a:t>
            </a:r>
          </a:p>
          <a:p>
            <a:pPr/>
            <a:r>
              <a:t>Understand category-wise contributions.</a:t>
            </a:r>
          </a:p>
          <a:p>
            <a:pPr/>
            <a:r>
              <a:t>Evaluate year-over-year performance.</a:t>
            </a:r>
          </a:p>
          <a:p>
            <a:pPr/>
            <a:r>
              <a:t>Support decision-making through clear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Analyze sales distribution across cities and categories.</a:t>
            </a:r>
          </a:p>
          <a:p>
            <a:pPr/>
            <a:r>
              <a:t>Measure overall profitability and identify key revenue drivers.</a:t>
            </a:r>
          </a:p>
          <a:p>
            <a:pPr/>
            <a:r>
              <a:t>Compare yearly sales and profit trends.</a:t>
            </a:r>
          </a:p>
          <a:p>
            <a:pPr/>
            <a:r>
              <a:t>Provide actionable insights for growth.</a:t>
            </a:r>
          </a:p>
          <a:p>
            <a:pPr/>
            <a:r>
              <a:t>Assist stakeholders in understanding business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Connection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Source: Food Panda sales dataset (Excel/CSV).</a:t>
            </a:r>
          </a:p>
          <a:p>
            <a:pPr/>
            <a:r>
              <a:t>Connection Type: Import mode in Power BI.</a:t>
            </a:r>
          </a:p>
          <a:p>
            <a:pPr/>
            <a:r>
              <a:t>Data cleaned and transformed using Power Query.</a:t>
            </a:r>
          </a:p>
          <a:p>
            <a:pPr/>
            <a:r>
              <a:t>Measures created for Total Sales, Profit, and YoY.</a:t>
            </a:r>
          </a:p>
          <a:p>
            <a:pPr/>
            <a:r>
              <a:t>Visuals used: KPI cards, bar chart, donut chart, line chart.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KPI Cards – Total Sales &amp; Total Profit.</a:t>
            </a:r>
          </a:p>
          <a:p>
            <a:pPr/>
            <a:r>
              <a:t>Bar Chart – City-wise sales.</a:t>
            </a:r>
          </a:p>
          <a:p>
            <a:pPr/>
            <a:r>
              <a:t>Donut Chart – Category sales distribution.</a:t>
            </a:r>
          </a:p>
          <a:p>
            <a:pPr/>
            <a:r>
              <a:t>Line Chart – Yearly Sales and Profit trends.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Suggestions /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Boost marketing in low-performing cities.</a:t>
            </a:r>
          </a:p>
          <a:p>
            <a:pPr/>
            <a:r>
              <a:t>Focus on profitable categories with targeted promotions.</a:t>
            </a:r>
          </a:p>
          <a:p>
            <a:pPr/>
            <a:r>
              <a:t>Run seasonal/periodic offers to counter downward trends.</a:t>
            </a:r>
          </a:p>
          <a:p>
            <a:pPr/>
            <a:r>
              <a:t>Optimize delivery operations in high-demand areas.</a:t>
            </a:r>
          </a:p>
          <a:p>
            <a:pPr/>
            <a:r>
              <a:t>Introduce predictive analytics for forecasting sales.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Dashboard provides a complete view of business performance.</a:t>
            </a:r>
          </a:p>
          <a:p>
            <a:pPr/>
            <a:r>
              <a:t>Identifies key growth opportunities by city and category.</a:t>
            </a:r>
          </a:p>
          <a:p>
            <a:pPr/>
            <a:r>
              <a:t>Yearly trends highlight areas needing strategic improvement.</a:t>
            </a:r>
          </a:p>
          <a:p>
            <a:pPr/>
            <a:r>
              <a:t>Supports data-driven decision-making for future planning.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